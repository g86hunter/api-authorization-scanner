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🔒 Automated API Authorization Security Testing Framework</a:t>
            </a:r>
          </a:p>
          <a:p>
            <a:pPr>
              <a:spcBef>
                <a:spcPts val="1000"/>
              </a:spcBef>
              <a:defRPr sz="2000">
                <a:solidFill>
                  <a:srgbClr val="F0F6FC"/>
                </a:solidFill>
              </a:defRPr>
            </a:pPr>
            <a:r>
              <a:t>Evidence-Based Detection of BOLA &amp; BFLA Vulnerabilities in REST Services</a:t>
            </a:r>
          </a:p>
          <a:p>
            <a:pPr>
              <a:spcBef>
                <a:spcPts val="1500"/>
              </a:spcBef>
              <a:defRPr sz="1400">
                <a:solidFill>
                  <a:srgbClr val="8B949E"/>
                </a:solidFill>
              </a:defRPr>
            </a:pPr>
            <a:r>
              <a:t>CyberFox Society Cybersecurity R&amp;D Internship | October 2026 | Version 2.0.0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329184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8A6FF"/>
                </a:solidFill>
              </a:defRPr>
            </a:pPr>
            <a:r>
              <a:t>OWASP API Security Alignment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Directly targets API1:2023 (BOLA) and API5:2023 (BFLA), the two most critical API security vulnerabilities.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4114800"/>
            <a:ext cx="329184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8A6FF"/>
                </a:solidFill>
              </a:defRPr>
            </a:pPr>
            <a:r>
              <a:t>Comparative Testing Engine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Multi-identity analysis compares authorized owner/admin requests against unprivileged actors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8A6FF"/>
                </a:solidFill>
              </a:defRPr>
            </a:pPr>
            <a:r>
              <a:t>Production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136 automated tests, pre-flight health checks, dark-theme web dashboard, and zero false-clean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WEB &amp; API SECURITY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The Problem: Authorization Vulnerabilities in Modern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53E3E"/>
                </a:solidFill>
              </a:defRPr>
            </a:pPr>
            <a:r>
              <a:t>🚨 BOLA — Broken Object Level Authorization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OWASP API1:2023: Most common API vulnerability worldwide.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Mechanics: Attacker substitutes object keys (e.g. /api/documents/101 -&gt; 102).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Root Cause: Server validates the user's token but fails to verify that the caller owns the specific object requested.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Business Impact: Data exfiltration, massive privacy breaches, tenant leaks.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Detection Challenge: Returns valid HTTP 200 with standard payload; blind fuzzers cannot recognize unauthorized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53E3E"/>
                </a:solidFill>
              </a:defRPr>
            </a:pPr>
            <a:r>
              <a:t>🚨 BFLA — Broken Function Level Authorization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OWASP API5:2023: Function-level privilege escalation.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Mechanics: Standard user calls administrative/privileged routes directly (e.g. /api/admin).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Root Cause: Enforcing roles in UI by hiding buttons, while omitting server-side controller permission checks.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Business Impact: Complete administrative takeover, configuration corruption.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• Detection Challenge: Requires dual-role state comparison between authenticated administrative and standard user personas.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WEB &amp; API SECURITY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System Architecture &amp; Defensive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Local Test Lab Fixtures</a:t>
            </a:r>
          </a:p>
          <a:p>
            <a:pPr>
              <a:spcBef>
                <a:spcPts val="400"/>
              </a:spcBef>
              <a:defRPr sz="1100">
                <a:solidFill>
                  <a:srgbClr val="8B949E"/>
                </a:solidFill>
              </a:defRPr>
            </a:pPr>
            <a:r>
              <a:t>app/api.py (Port 5000)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127.0.0.1 bound only — strictly no public exposure.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Contains vulnerable routes (/api/documents/&lt;id&gt;, /api/admin).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Includes hardened secure routes (/api/documents/secure/&lt;id&gt;, /api/admin/secure) for false-positive validation.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Synthetic identity matrix (alice, bob, carol, admin).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9184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Config-Driven Scanner</a:t>
            </a:r>
          </a:p>
          <a:p>
            <a:pPr>
              <a:spcBef>
                <a:spcPts val="400"/>
              </a:spcBef>
              <a:defRPr sz="1100">
                <a:solidFill>
                  <a:srgbClr val="8B949E"/>
                </a:solidFill>
              </a:defRPr>
            </a:pPr>
            <a:r>
              <a:t>app/scanner.py &amp; config.py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Strict hostname allowlist (rejects external domains).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URL scheme validation (http/https only).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Configurable per-request timeouts and bounded retries.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Dry-Run mode inspects execution plans with zero network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Defensive Reporting &amp; Health</a:t>
            </a:r>
          </a:p>
          <a:p>
            <a:pPr>
              <a:spcBef>
                <a:spcPts val="400"/>
              </a:spcBef>
              <a:defRPr sz="1100">
                <a:solidFill>
                  <a:srgbClr val="8B949E"/>
                </a:solidFill>
              </a:defRPr>
            </a:pPr>
            <a:r>
              <a:t>app/report_generator.py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Pre-flight health check halts scans if target API is offline.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Eliminates false-clean scans (connection-refused is marked FAILED).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Automatic PII &amp; credential scrubbing (tokens, passwords redacted).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Atomic JSON &amp; HTML exports with timestamped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WEB &amp; API SECURITY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Testing, Verification &amp; Empirical Scan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A169"/>
                </a:solidFill>
              </a:defRPr>
            </a:pPr>
            <a:r>
              <a:t>🧪 Comprehensive QA Pipeline (Pytest)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136 Automated Tests passing with 100% success rate.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Scanner Unit Tests: Network failures, timeouts, secret redaction, dry runs.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BOLA Unit Tests: Cross-tenant 200 checks, 403 enforcement, missing IDs.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BFLA Unit Tests: Privilege escalations, role matrices, server error handling.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Integration Tests: Live multi-process scans with background API servers.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</a:defRPr>
            </a:pPr>
            <a:r>
              <a:t>✔ Route Tests: Dashboard REST endpoints &amp; directory traversal guard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📊 Live Local Lab Scan Results (13 Tests)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5 Potential Vulnerabilities Detected (High Confidence):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- BOLA on Document 101 (Bob accessed Alice's document)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- BOLA on Document 102 (Alice accessed Bob's document)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- BFLA on /api/admin (Bob, Alice, Carol accessed admin function)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4 Verified Clean Controls (HTTP 403 Forbidden):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- BOLA on secure Document 101 &amp; 102 properly blocked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- BFLA on secure /api/admin properly enforced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0 Errors &amp; 0 False Negatives on Live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WEB &amp; API SECURITY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Developer Remediation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🛡️ Production Remediation Guidelines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Object Ownership Enforcement: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Validate ownership on every DB query using authenticated session IDs: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`if doc.owner_id != session.user_id: abort(403)`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Server-Side Role Decorators: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Enforce declarative decorators at the controller boundary: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`@require_role('admin') def admin_view(): ...`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Standardized Error Semantics: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Return explicit HTTP 403 Forbidden rather than leaking stack traces.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Continuous Authorization Testing:</a:t>
            </a:r>
          </a:p>
          <a:p>
            <a:pPr>
              <a:spcBef>
                <a:spcPts val="600"/>
              </a:spcBef>
              <a:defRPr sz="1100">
                <a:solidFill>
                  <a:srgbClr val="F0F6FC"/>
                </a:solidFill>
              </a:defRPr>
            </a:pPr>
            <a:r>
              <a:t>  Embed multi-tenant authorization scans in pre-deployment CI/CD.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🚀 Future Roadmap (v3.0)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OpenAPI / Swagger Ingestion: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  Auto-parse OpenAPI specifications with interactive endpoint selection.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OAuth2 &amp; JWT Token Lifecycle: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  Automate token acquisition, rotation, and custom claim injection.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CI/CD Integration: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  GitHub Actions and GitLab CI runners for automated regression gating.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CVSS 3.1 Scoring Engine: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  Calculate deterministic vulnerability metrics for compliance reporting.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Concurrent Scanning Engine:</a:t>
            </a:r>
          </a:p>
          <a:p>
            <a:pPr>
              <a:spcBef>
                <a:spcPts val="800"/>
              </a:spcBef>
              <a:defRPr sz="1100">
                <a:solidFill>
                  <a:srgbClr val="F0F6FC"/>
                </a:solidFill>
              </a:defRPr>
            </a:pPr>
            <a:r>
              <a:t>•   Asynchronous worker queues for large enterprise microservice fleets.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